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7" r:id="rId2"/>
    <p:sldId id="265" r:id="rId3"/>
    <p:sldId id="266" r:id="rId4"/>
    <p:sldId id="263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4DA72E"/>
    <a:srgbClr val="E8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14"/>
    <p:restoredTop sz="94658"/>
  </p:normalViewPr>
  <p:slideViewPr>
    <p:cSldViewPr snapToGrid="0">
      <p:cViewPr>
        <p:scale>
          <a:sx n="105" d="100"/>
          <a:sy n="105" d="100"/>
        </p:scale>
        <p:origin x="91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A55E5-E2D9-5748-AB54-784F0CB29B2E}" type="datetimeFigureOut">
              <a:rPr lang="en-US" smtClean="0"/>
              <a:t>8/3/25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810860-1B3C-7C44-A1FD-38E3E1E46C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80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940C7-6825-4CEB-7BB6-D836B28ED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0E7A3F-73DE-4A8A-4987-1CEBA5A664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2E9BFB-F653-40BF-D7A5-7AAD5563A8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DC651-23BE-D05E-D10C-502FDA8CDE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810860-1B3C-7C44-A1FD-38E3E1E46C1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9204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5599D-2C1B-04AD-5226-A1C0B35ED0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8F2279-4697-D6AF-ABE4-1B4F03D165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761C5E-5B9C-161E-7EE3-4B1CF2DD4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9D97-9CA5-8446-8AC6-CC2178C3F7CD}" type="datetimeFigureOut">
              <a:rPr lang="en-US" smtClean="0"/>
              <a:t>8/3/25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C09525-00FB-E96D-DB32-A7F2E5C66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F51F1-BDCE-6B79-0B30-2A0C09F8E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AF6-81F9-1E4D-A30E-7FD0B8FA2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4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46EF2-FA7E-4504-59AF-1957F2CC6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A8BC5-9631-3A22-E7F5-43E6BE7F3C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1BF1F-C41C-8B08-10BE-AFDB3EB6D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9D97-9CA5-8446-8AC6-CC2178C3F7CD}" type="datetimeFigureOut">
              <a:rPr lang="en-US" smtClean="0"/>
              <a:t>8/3/25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C950D7-C476-8E39-C2E6-CED04D842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D720B5-C5A4-183E-73A3-E1428A300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AF6-81F9-1E4D-A30E-7FD0B8FA2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390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DF0B1-6400-FC15-B88E-10EF1B725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8E13F-6143-AC0F-BF38-1A49229529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5C5D9-7E2B-4F06-8BC5-4EC47FAF5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9D97-9CA5-8446-8AC6-CC2178C3F7CD}" type="datetimeFigureOut">
              <a:rPr lang="en-US" smtClean="0"/>
              <a:t>8/3/25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E852E-514F-4CCD-416F-BA28BA12D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A9857B-1132-7856-BB44-F8AC247F6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AF6-81F9-1E4D-A30E-7FD0B8FA2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115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7BBF5-4C87-6E16-9135-8B208BCCF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F76FA-CCA3-421E-D65F-B415474F18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029584-87D6-8B1E-5DFF-71FDECCD54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6BDAC0-869E-46DE-34BD-24A1A654D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9D97-9CA5-8446-8AC6-CC2178C3F7CD}" type="datetimeFigureOut">
              <a:rPr lang="en-US" smtClean="0"/>
              <a:t>8/3/25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0FB99F-5E22-BD3E-6CD2-29E783656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A1DEF9-1A40-C83A-F524-0A4E75208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AF6-81F9-1E4D-A30E-7FD0B8FA2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5236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031F0-4493-E415-79D7-80A2FE5D9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2B462B-002F-2750-4240-AFA6BA88C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99C3A1-778A-C83F-8502-093109C59D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DEB782-D763-094B-2C4D-E3D17C94F7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BF989F-9B6D-3A0A-F3D9-449C95FA3B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989417-F8BA-9CA4-884F-4C53620F5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9D97-9CA5-8446-8AC6-CC2178C3F7CD}" type="datetimeFigureOut">
              <a:rPr lang="en-US" smtClean="0"/>
              <a:t>8/3/25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6EFC6B-1516-ECE9-8006-99D5FA161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EC5790-B147-9558-E59A-ADBCB31A9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AF6-81F9-1E4D-A30E-7FD0B8FA2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019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C7E60-7D94-8DD3-7714-6BFF3586D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7FEBA3-3E8E-62FF-BB70-FDA7C260A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9D97-9CA5-8446-8AC6-CC2178C3F7CD}" type="datetimeFigureOut">
              <a:rPr lang="en-US" smtClean="0"/>
              <a:t>8/3/25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C1B7BF-7FB4-0132-076E-9C31A30E6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4030AB-C5F4-E449-E7E8-7E62E5BF1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AF6-81F9-1E4D-A30E-7FD0B8FA2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326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1E7131-370C-D60E-C2DD-40DA51047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9D97-9CA5-8446-8AC6-CC2178C3F7CD}" type="datetimeFigureOut">
              <a:rPr lang="en-US" smtClean="0"/>
              <a:t>8/3/25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D7E97F-604A-F2AD-79A9-E29EAB473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6BCB3-42D0-841B-5C28-E635A6405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AF6-81F9-1E4D-A30E-7FD0B8FA2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892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103D3-C714-5060-1207-C753BB02A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4CF00E-3BB3-4ABA-DCD2-875E87F59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018697-2573-D645-C98B-41F4B2AA08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0646C7-936F-E30C-D904-331762D33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9D97-9CA5-8446-8AC6-CC2178C3F7CD}" type="datetimeFigureOut">
              <a:rPr lang="en-US" smtClean="0"/>
              <a:t>8/3/25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944EA3-2805-7376-E2BE-1E011EB84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49FE7B-07EB-2981-37B3-886D58EB1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AF6-81F9-1E4D-A30E-7FD0B8FA2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6091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88C1-F9D6-EA29-2BA2-AEEA8F209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E4A8BC-4623-AE5E-C9D2-5A8CC915AD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303625-1732-A846-3774-A40AFF4CC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6DA16-D186-86E9-021A-5871AC8C5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9D97-9CA5-8446-8AC6-CC2178C3F7CD}" type="datetimeFigureOut">
              <a:rPr lang="en-US" smtClean="0"/>
              <a:t>8/3/25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4D792C-D30A-349A-E233-8ACAEA78F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230F97-2087-3905-4580-84EB65ABE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AF6-81F9-1E4D-A30E-7FD0B8FA2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242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909C7-0E90-4CC8-649D-3D6B65265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5FB3F5-30AE-4858-B32F-DDE36F5204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88951-02AA-8C53-96C7-D193DABEF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9D97-9CA5-8446-8AC6-CC2178C3F7CD}" type="datetimeFigureOut">
              <a:rPr lang="en-US" smtClean="0"/>
              <a:t>8/3/25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05613-E7D9-D16A-9798-B984825DA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521BE7-0008-03FD-30E3-3AE5B4D01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AF6-81F9-1E4D-A30E-7FD0B8FA2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845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A3158E-8BE6-AC2B-387C-EB4FD035FA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5D852B-BA37-6A43-FBC8-E81F23E9B3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DB7612-D15D-7990-BD0E-93D7D3DAD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A9D97-9CA5-8446-8AC6-CC2178C3F7CD}" type="datetimeFigureOut">
              <a:rPr lang="en-US" smtClean="0"/>
              <a:t>8/3/25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5CA3E4-8D3E-AB92-B853-B5783AC10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6DCFBD-3760-7D43-E342-358DF47B8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AF6-81F9-1E4D-A30E-7FD0B8FA2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512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127C97-B5EB-4AA9-91C4-518BA58BA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350CC-723F-D10D-E88F-0008D40CE2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0E17CF-97D0-045A-048C-103882EA98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A9D97-9CA5-8446-8AC6-CC2178C3F7CD}" type="datetimeFigureOut">
              <a:rPr lang="en-US" smtClean="0"/>
              <a:t>8/3/25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1D79EB-8F25-3507-27E3-3B852A9026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6B34F-8789-2B0D-9378-8CE7B84B96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AAFAF6-81F9-1E4D-A30E-7FD0B8FA2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550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B7EBE21-0048-1A9C-0811-C6E63BD9403F}"/>
              </a:ext>
            </a:extLst>
          </p:cNvPr>
          <p:cNvSpPr/>
          <p:nvPr/>
        </p:nvSpPr>
        <p:spPr>
          <a:xfrm>
            <a:off x="1721224" y="618565"/>
            <a:ext cx="2286000" cy="731520"/>
          </a:xfrm>
          <a:prstGeom prst="rect">
            <a:avLst/>
          </a:prstGeom>
          <a:solidFill>
            <a:srgbClr val="FFC000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Рабочая область</a:t>
            </a:r>
            <a:endParaRPr lang="en-US" sz="2000" dirty="0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EA3715-2004-CD15-B9D7-958CA3582A4C}"/>
              </a:ext>
            </a:extLst>
          </p:cNvPr>
          <p:cNvSpPr/>
          <p:nvPr/>
        </p:nvSpPr>
        <p:spPr>
          <a:xfrm>
            <a:off x="4401671" y="2034988"/>
            <a:ext cx="2286000" cy="731520"/>
          </a:xfrm>
          <a:prstGeom prst="rect">
            <a:avLst/>
          </a:prstGeom>
          <a:solidFill>
            <a:srgbClr val="4DA72E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ysClr val="windowText" lastClr="000000"/>
                </a:solidFill>
              </a:rPr>
              <a:t>Staging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011D67-B3F8-78A0-D0B6-74204FD3CACE}"/>
              </a:ext>
            </a:extLst>
          </p:cNvPr>
          <p:cNvSpPr/>
          <p:nvPr/>
        </p:nvSpPr>
        <p:spPr>
          <a:xfrm>
            <a:off x="4401671" y="4091493"/>
            <a:ext cx="2286000" cy="731520"/>
          </a:xfrm>
          <a:prstGeom prst="rect">
            <a:avLst/>
          </a:prstGeom>
          <a:solidFill>
            <a:srgbClr val="E8E8E8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Репозиторий</a:t>
            </a:r>
            <a:endParaRPr lang="en-US" sz="20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404AFA9E-E768-F147-F37A-4C2CCD1D7391}"/>
              </a:ext>
            </a:extLst>
          </p:cNvPr>
          <p:cNvCxnSpPr>
            <a:stCxn id="6" idx="3"/>
            <a:endCxn id="7" idx="0"/>
          </p:cNvCxnSpPr>
          <p:nvPr/>
        </p:nvCxnSpPr>
        <p:spPr>
          <a:xfrm>
            <a:off x="4007224" y="984325"/>
            <a:ext cx="1537447" cy="1050663"/>
          </a:xfrm>
          <a:prstGeom prst="curved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urved Connector 10">
            <a:extLst>
              <a:ext uri="{FF2B5EF4-FFF2-40B4-BE49-F238E27FC236}">
                <a16:creationId xmlns:a16="http://schemas.microsoft.com/office/drawing/2014/main" id="{A5C09CF4-F510-7725-316C-A5EC133AE6EE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4882179" y="3429000"/>
            <a:ext cx="1324985" cy="12700"/>
          </a:xfrm>
          <a:prstGeom prst="curvedConnector3">
            <a:avLst>
              <a:gd name="adj1" fmla="val 50000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C600FD9C-8642-D68C-00D2-3E86858380C7}"/>
              </a:ext>
            </a:extLst>
          </p:cNvPr>
          <p:cNvCxnSpPr>
            <a:cxnSpLocks/>
            <a:stCxn id="8" idx="2"/>
            <a:endCxn id="6" idx="1"/>
          </p:cNvCxnSpPr>
          <p:nvPr/>
        </p:nvCxnSpPr>
        <p:spPr>
          <a:xfrm rot="5400000" flipH="1">
            <a:off x="1713604" y="991946"/>
            <a:ext cx="3838688" cy="3823447"/>
          </a:xfrm>
          <a:prstGeom prst="curvedConnector4">
            <a:avLst>
              <a:gd name="adj1" fmla="val -14557"/>
              <a:gd name="adj2" fmla="val 118933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09250EB-8D37-4DDE-2ADC-B45203ACC295}"/>
              </a:ext>
            </a:extLst>
          </p:cNvPr>
          <p:cNvSpPr txBox="1"/>
          <p:nvPr/>
        </p:nvSpPr>
        <p:spPr>
          <a:xfrm>
            <a:off x="5624560" y="3235295"/>
            <a:ext cx="21259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Создаем коммит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739539-F7A1-EE7F-0C37-A2544859D56F}"/>
              </a:ext>
            </a:extLst>
          </p:cNvPr>
          <p:cNvSpPr txBox="1"/>
          <p:nvPr/>
        </p:nvSpPr>
        <p:spPr>
          <a:xfrm>
            <a:off x="5230112" y="949975"/>
            <a:ext cx="2503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Добавляем в </a:t>
            </a:r>
            <a:r>
              <a:rPr lang="en-US" sz="2000" dirty="0"/>
              <a:t>staging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5281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463C4-BB0A-B044-7375-0DA444772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41F7879-2D46-8331-03DA-F86A2EB178D3}"/>
              </a:ext>
            </a:extLst>
          </p:cNvPr>
          <p:cNvSpPr/>
          <p:nvPr/>
        </p:nvSpPr>
        <p:spPr>
          <a:xfrm>
            <a:off x="1721224" y="618565"/>
            <a:ext cx="2286000" cy="731520"/>
          </a:xfrm>
          <a:prstGeom prst="rect">
            <a:avLst/>
          </a:prstGeom>
          <a:solidFill>
            <a:srgbClr val="FFC000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Рабочая область</a:t>
            </a:r>
            <a:endParaRPr lang="en-US" sz="2000" dirty="0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8BF38D-02B4-0AD0-30B3-C3305DB45EEF}"/>
              </a:ext>
            </a:extLst>
          </p:cNvPr>
          <p:cNvSpPr/>
          <p:nvPr/>
        </p:nvSpPr>
        <p:spPr>
          <a:xfrm>
            <a:off x="4401671" y="2034988"/>
            <a:ext cx="2286000" cy="731520"/>
          </a:xfrm>
          <a:prstGeom prst="rect">
            <a:avLst/>
          </a:prstGeom>
          <a:solidFill>
            <a:srgbClr val="4DA72E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ysClr val="windowText" lastClr="000000"/>
                </a:solidFill>
              </a:rPr>
              <a:t>Staging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20D433-75B0-12CE-85E7-20D8BF4790B0}"/>
              </a:ext>
            </a:extLst>
          </p:cNvPr>
          <p:cNvSpPr/>
          <p:nvPr/>
        </p:nvSpPr>
        <p:spPr>
          <a:xfrm>
            <a:off x="4401671" y="4091493"/>
            <a:ext cx="2286000" cy="731520"/>
          </a:xfrm>
          <a:prstGeom prst="rect">
            <a:avLst/>
          </a:prstGeom>
          <a:solidFill>
            <a:srgbClr val="E8E8E8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Репозиторий</a:t>
            </a:r>
            <a:endParaRPr lang="en-US" sz="20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0E409AFC-2C46-2E42-FD30-E1B17232CA82}"/>
              </a:ext>
            </a:extLst>
          </p:cNvPr>
          <p:cNvCxnSpPr>
            <a:stCxn id="6" idx="3"/>
            <a:endCxn id="7" idx="0"/>
          </p:cNvCxnSpPr>
          <p:nvPr/>
        </p:nvCxnSpPr>
        <p:spPr>
          <a:xfrm>
            <a:off x="4007224" y="984325"/>
            <a:ext cx="1537447" cy="1050663"/>
          </a:xfrm>
          <a:prstGeom prst="curved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urved Connector 10">
            <a:extLst>
              <a:ext uri="{FF2B5EF4-FFF2-40B4-BE49-F238E27FC236}">
                <a16:creationId xmlns:a16="http://schemas.microsoft.com/office/drawing/2014/main" id="{7DD9455C-84B7-04CD-7FC8-A33163335785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4882179" y="3429000"/>
            <a:ext cx="1324985" cy="12700"/>
          </a:xfrm>
          <a:prstGeom prst="curvedConnector3">
            <a:avLst>
              <a:gd name="adj1" fmla="val 50000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90E1F2B7-9878-FED0-9A31-83BB03585409}"/>
              </a:ext>
            </a:extLst>
          </p:cNvPr>
          <p:cNvCxnSpPr>
            <a:cxnSpLocks/>
            <a:stCxn id="8" idx="2"/>
            <a:endCxn id="6" idx="1"/>
          </p:cNvCxnSpPr>
          <p:nvPr/>
        </p:nvCxnSpPr>
        <p:spPr>
          <a:xfrm rot="5400000" flipH="1">
            <a:off x="1713604" y="991946"/>
            <a:ext cx="3838688" cy="3823447"/>
          </a:xfrm>
          <a:prstGeom prst="curvedConnector4">
            <a:avLst>
              <a:gd name="adj1" fmla="val -14557"/>
              <a:gd name="adj2" fmla="val 118933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3621F58-DE18-1A76-0ED5-91A7D6E5A069}"/>
              </a:ext>
            </a:extLst>
          </p:cNvPr>
          <p:cNvSpPr txBox="1"/>
          <p:nvPr/>
        </p:nvSpPr>
        <p:spPr>
          <a:xfrm>
            <a:off x="5624560" y="3235295"/>
            <a:ext cx="21259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Создаем коммит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BFBBB6-80D8-68D9-8C2D-7ABEFE065ECF}"/>
              </a:ext>
            </a:extLst>
          </p:cNvPr>
          <p:cNvSpPr txBox="1"/>
          <p:nvPr/>
        </p:nvSpPr>
        <p:spPr>
          <a:xfrm>
            <a:off x="5230112" y="949975"/>
            <a:ext cx="2503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Добавляем в </a:t>
            </a:r>
            <a:r>
              <a:rPr lang="en-US" sz="2000" dirty="0"/>
              <a:t>staging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F5D961-70AA-8F7D-A20B-5A6E9CD8E2E2}"/>
              </a:ext>
            </a:extLst>
          </p:cNvPr>
          <p:cNvSpPr txBox="1"/>
          <p:nvPr/>
        </p:nvSpPr>
        <p:spPr>
          <a:xfrm>
            <a:off x="1291965" y="5534525"/>
            <a:ext cx="26324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Переключение ветки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23F29F-126B-7DF1-2B8D-0E3079936953}"/>
              </a:ext>
            </a:extLst>
          </p:cNvPr>
          <p:cNvSpPr txBox="1"/>
          <p:nvPr/>
        </p:nvSpPr>
        <p:spPr>
          <a:xfrm>
            <a:off x="2029346" y="5934635"/>
            <a:ext cx="18950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Слияние ветки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8365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6EBF2-74FC-6F21-DCFF-40D0C6490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13BA4A5-FC4A-DB6B-A454-7ED102B0D480}"/>
              </a:ext>
            </a:extLst>
          </p:cNvPr>
          <p:cNvSpPr/>
          <p:nvPr/>
        </p:nvSpPr>
        <p:spPr>
          <a:xfrm>
            <a:off x="1721224" y="618565"/>
            <a:ext cx="2286000" cy="731520"/>
          </a:xfrm>
          <a:prstGeom prst="rect">
            <a:avLst/>
          </a:prstGeom>
          <a:solidFill>
            <a:srgbClr val="FFC000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Рабочая область</a:t>
            </a:r>
            <a:endParaRPr lang="en-US" sz="2000" dirty="0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3592E7-B650-FB3C-941C-6BC8A6E39D95}"/>
              </a:ext>
            </a:extLst>
          </p:cNvPr>
          <p:cNvSpPr/>
          <p:nvPr/>
        </p:nvSpPr>
        <p:spPr>
          <a:xfrm>
            <a:off x="4401671" y="2034988"/>
            <a:ext cx="2286000" cy="731520"/>
          </a:xfrm>
          <a:prstGeom prst="rect">
            <a:avLst/>
          </a:prstGeom>
          <a:solidFill>
            <a:srgbClr val="4DA72E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ysClr val="windowText" lastClr="000000"/>
                </a:solidFill>
              </a:rPr>
              <a:t>Staging</a:t>
            </a:r>
          </a:p>
        </p:txBody>
      </p:sp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73A0C237-B222-F431-52B3-38D37EA0A26B}"/>
              </a:ext>
            </a:extLst>
          </p:cNvPr>
          <p:cNvCxnSpPr>
            <a:stCxn id="6" idx="3"/>
            <a:endCxn id="7" idx="0"/>
          </p:cNvCxnSpPr>
          <p:nvPr/>
        </p:nvCxnSpPr>
        <p:spPr>
          <a:xfrm>
            <a:off x="4007224" y="984325"/>
            <a:ext cx="1537447" cy="1050663"/>
          </a:xfrm>
          <a:prstGeom prst="curved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urved Connector 10">
            <a:extLst>
              <a:ext uri="{FF2B5EF4-FFF2-40B4-BE49-F238E27FC236}">
                <a16:creationId xmlns:a16="http://schemas.microsoft.com/office/drawing/2014/main" id="{ABCB2F6D-496C-AC6C-CFC9-D7A52BCB26C1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4882179" y="3429000"/>
            <a:ext cx="1324985" cy="12700"/>
          </a:xfrm>
          <a:prstGeom prst="curvedConnector3">
            <a:avLst>
              <a:gd name="adj1" fmla="val 50000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4A0FDF6A-AD0D-DC20-B161-215ADBA68B22}"/>
              </a:ext>
            </a:extLst>
          </p:cNvPr>
          <p:cNvCxnSpPr>
            <a:cxnSpLocks/>
            <a:stCxn id="8" idx="2"/>
            <a:endCxn id="6" idx="1"/>
          </p:cNvCxnSpPr>
          <p:nvPr/>
        </p:nvCxnSpPr>
        <p:spPr>
          <a:xfrm rot="5400000" flipH="1">
            <a:off x="1713604" y="991946"/>
            <a:ext cx="3838688" cy="3823447"/>
          </a:xfrm>
          <a:prstGeom prst="curvedConnector4">
            <a:avLst>
              <a:gd name="adj1" fmla="val -14557"/>
              <a:gd name="adj2" fmla="val 118933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5D47EBB-D2B8-754A-CF20-2D71D576EC7D}"/>
              </a:ext>
            </a:extLst>
          </p:cNvPr>
          <p:cNvSpPr txBox="1"/>
          <p:nvPr/>
        </p:nvSpPr>
        <p:spPr>
          <a:xfrm>
            <a:off x="5624560" y="3235295"/>
            <a:ext cx="21259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Создаем коммит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DD8D56-D2F9-7C99-F5AE-E334F8FCBC19}"/>
              </a:ext>
            </a:extLst>
          </p:cNvPr>
          <p:cNvSpPr txBox="1"/>
          <p:nvPr/>
        </p:nvSpPr>
        <p:spPr>
          <a:xfrm>
            <a:off x="5230112" y="949975"/>
            <a:ext cx="2503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Добавляем в </a:t>
            </a:r>
            <a:r>
              <a:rPr lang="en-US" sz="2000" dirty="0"/>
              <a:t>staging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EDD01E-98BF-AE88-5CAE-1689A5812C16}"/>
              </a:ext>
            </a:extLst>
          </p:cNvPr>
          <p:cNvSpPr/>
          <p:nvPr/>
        </p:nvSpPr>
        <p:spPr>
          <a:xfrm>
            <a:off x="8184776" y="4097843"/>
            <a:ext cx="2286000" cy="7315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ysClr val="windowText" lastClr="000000"/>
                </a:solidFill>
              </a:rPr>
              <a:t>GitHub</a:t>
            </a:r>
          </a:p>
        </p:txBody>
      </p:sp>
      <p:cxnSp>
        <p:nvCxnSpPr>
          <p:cNvPr id="4" name="Curved Connector 3">
            <a:extLst>
              <a:ext uri="{FF2B5EF4-FFF2-40B4-BE49-F238E27FC236}">
                <a16:creationId xmlns:a16="http://schemas.microsoft.com/office/drawing/2014/main" id="{1E9E0E30-054D-84BF-DFA2-3EE2DB0F0C46}"/>
              </a:ext>
            </a:extLst>
          </p:cNvPr>
          <p:cNvCxnSpPr>
            <a:cxnSpLocks/>
            <a:stCxn id="17" idx="3"/>
            <a:endCxn id="3" idx="0"/>
          </p:cNvCxnSpPr>
          <p:nvPr/>
        </p:nvCxnSpPr>
        <p:spPr>
          <a:xfrm flipV="1">
            <a:off x="6687672" y="4097843"/>
            <a:ext cx="2640104" cy="89240"/>
          </a:xfrm>
          <a:prstGeom prst="curvedConnector4">
            <a:avLst>
              <a:gd name="adj1" fmla="val 28353"/>
              <a:gd name="adj2" fmla="val 690524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CA7E8B3-7317-9136-D4FD-022174B4A9B9}"/>
              </a:ext>
            </a:extLst>
          </p:cNvPr>
          <p:cNvSpPr txBox="1"/>
          <p:nvPr/>
        </p:nvSpPr>
        <p:spPr>
          <a:xfrm>
            <a:off x="9073254" y="3351096"/>
            <a:ext cx="733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Push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939B4A-2DF7-AA4E-62F4-D99F8558955A}"/>
              </a:ext>
            </a:extLst>
          </p:cNvPr>
          <p:cNvSpPr txBox="1"/>
          <p:nvPr/>
        </p:nvSpPr>
        <p:spPr>
          <a:xfrm>
            <a:off x="9138976" y="5378319"/>
            <a:ext cx="601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Pull</a:t>
            </a:r>
          </a:p>
        </p:txBody>
      </p: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41393466-EADD-4C63-669D-33F33ACF51AD}"/>
              </a:ext>
            </a:extLst>
          </p:cNvPr>
          <p:cNvCxnSpPr>
            <a:cxnSpLocks/>
            <a:stCxn id="3" idx="2"/>
            <a:endCxn id="22" idx="3"/>
          </p:cNvCxnSpPr>
          <p:nvPr/>
        </p:nvCxnSpPr>
        <p:spPr>
          <a:xfrm rot="5400000" flipH="1">
            <a:off x="7959929" y="3461517"/>
            <a:ext cx="95589" cy="2640105"/>
          </a:xfrm>
          <a:prstGeom prst="curvedConnector4">
            <a:avLst>
              <a:gd name="adj1" fmla="val -792968"/>
              <a:gd name="adj2" fmla="val 71647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9A95305-722B-00CB-30FB-E0F2A2DFE429}"/>
              </a:ext>
            </a:extLst>
          </p:cNvPr>
          <p:cNvGrpSpPr/>
          <p:nvPr/>
        </p:nvGrpSpPr>
        <p:grpSpPr>
          <a:xfrm>
            <a:off x="4401671" y="4091493"/>
            <a:ext cx="2286001" cy="731520"/>
            <a:chOff x="4401671" y="4091493"/>
            <a:chExt cx="2286001" cy="73152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7A9947-54FD-2D33-9733-0633641E2AEF}"/>
                </a:ext>
              </a:extLst>
            </p:cNvPr>
            <p:cNvSpPr/>
            <p:nvPr/>
          </p:nvSpPr>
          <p:spPr>
            <a:xfrm>
              <a:off x="4401671" y="4091493"/>
              <a:ext cx="2286000" cy="731520"/>
            </a:xfrm>
            <a:prstGeom prst="rect">
              <a:avLst/>
            </a:prstGeom>
            <a:solidFill>
              <a:srgbClr val="E8E8E8"/>
            </a:solidFill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000" dirty="0">
                  <a:solidFill>
                    <a:sysClr val="windowText" lastClr="000000"/>
                  </a:solidFill>
                </a:rPr>
                <a:t>Репозиторий</a:t>
              </a:r>
              <a:endParaRPr lang="en-US" sz="20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AF1AFC7-5EF9-1F8C-7EF0-3579691E18CC}"/>
                </a:ext>
              </a:extLst>
            </p:cNvPr>
            <p:cNvSpPr/>
            <p:nvPr/>
          </p:nvSpPr>
          <p:spPr>
            <a:xfrm>
              <a:off x="6503894" y="4097844"/>
              <a:ext cx="183778" cy="17847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888D8CF-964F-E401-D3AF-6E7402B58500}"/>
                </a:ext>
              </a:extLst>
            </p:cNvPr>
            <p:cNvSpPr/>
            <p:nvPr/>
          </p:nvSpPr>
          <p:spPr>
            <a:xfrm>
              <a:off x="6503893" y="4644535"/>
              <a:ext cx="183778" cy="17847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61F58C3-2282-21E3-6D4E-B5194EF73F3D}"/>
              </a:ext>
            </a:extLst>
          </p:cNvPr>
          <p:cNvSpPr txBox="1"/>
          <p:nvPr/>
        </p:nvSpPr>
        <p:spPr>
          <a:xfrm>
            <a:off x="1291965" y="5534525"/>
            <a:ext cx="26324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Переключение ветки</a:t>
            </a:r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D4F51E0-0116-429D-9F17-EAB49599CD0E}"/>
              </a:ext>
            </a:extLst>
          </p:cNvPr>
          <p:cNvSpPr txBox="1"/>
          <p:nvPr/>
        </p:nvSpPr>
        <p:spPr>
          <a:xfrm>
            <a:off x="2029346" y="5934635"/>
            <a:ext cx="18950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Слияние ветки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5137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99B82-4DE6-D753-CA50-489C62F3E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0AECB05-AC59-33BE-744E-0A8EC4DB4374}"/>
              </a:ext>
            </a:extLst>
          </p:cNvPr>
          <p:cNvGrpSpPr/>
          <p:nvPr/>
        </p:nvGrpSpPr>
        <p:grpSpPr>
          <a:xfrm>
            <a:off x="322730" y="1"/>
            <a:ext cx="2290062" cy="6857998"/>
            <a:chOff x="322730" y="1"/>
            <a:chExt cx="2290062" cy="685799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CC7434C-BBF6-31C2-1433-2EB1C1791ECD}"/>
                </a:ext>
              </a:extLst>
            </p:cNvPr>
            <p:cNvSpPr/>
            <p:nvPr/>
          </p:nvSpPr>
          <p:spPr>
            <a:xfrm>
              <a:off x="322730" y="1"/>
              <a:ext cx="2290062" cy="6857998"/>
            </a:xfrm>
            <a:prstGeom prst="rect">
              <a:avLst/>
            </a:prstGeom>
            <a:solidFill>
              <a:srgbClr val="FFC000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F99B1C-9499-8850-AFA3-B47E54EA65CF}"/>
                </a:ext>
              </a:extLst>
            </p:cNvPr>
            <p:cNvSpPr txBox="1"/>
            <p:nvPr/>
          </p:nvSpPr>
          <p:spPr>
            <a:xfrm>
              <a:off x="336340" y="185360"/>
              <a:ext cx="2276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b="1" dirty="0">
                  <a:solidFill>
                    <a:sysClr val="windowText" lastClr="000000"/>
                  </a:solidFill>
                </a:rPr>
                <a:t>Рабочая область</a:t>
              </a:r>
              <a:endParaRPr lang="en-US" sz="2000" b="1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3C991FF-8B3A-5E1C-BE06-8A1C152F42BC}"/>
              </a:ext>
            </a:extLst>
          </p:cNvPr>
          <p:cNvSpPr txBox="1"/>
          <p:nvPr/>
        </p:nvSpPr>
        <p:spPr>
          <a:xfrm>
            <a:off x="431084" y="770829"/>
            <a:ext cx="17708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 err="1"/>
              <a:t>penguins.R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 err="1"/>
              <a:t>penguins.csv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F64C336-5048-FA8C-7A56-8D1F7F7CDDC1}"/>
              </a:ext>
            </a:extLst>
          </p:cNvPr>
          <p:cNvGrpSpPr/>
          <p:nvPr/>
        </p:nvGrpSpPr>
        <p:grpSpPr>
          <a:xfrm>
            <a:off x="3090267" y="0"/>
            <a:ext cx="2290062" cy="6857999"/>
            <a:chOff x="3090267" y="0"/>
            <a:chExt cx="2290062" cy="6857999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0F1DE7A-E323-80E4-6F99-339A66C3A4F9}"/>
                </a:ext>
              </a:extLst>
            </p:cNvPr>
            <p:cNvSpPr/>
            <p:nvPr/>
          </p:nvSpPr>
          <p:spPr>
            <a:xfrm>
              <a:off x="3090267" y="0"/>
              <a:ext cx="2286000" cy="6857999"/>
            </a:xfrm>
            <a:prstGeom prst="rect">
              <a:avLst/>
            </a:prstGeom>
            <a:solidFill>
              <a:srgbClr val="4DA72E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65797E4-A99E-9D11-1974-53AA285FBAD6}"/>
                </a:ext>
              </a:extLst>
            </p:cNvPr>
            <p:cNvSpPr txBox="1"/>
            <p:nvPr/>
          </p:nvSpPr>
          <p:spPr>
            <a:xfrm>
              <a:off x="3090267" y="185360"/>
              <a:ext cx="229006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ysClr val="windowText" lastClr="000000"/>
                  </a:solidFill>
                </a:rPr>
                <a:t>Staging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C4A2C85-7A60-4F72-ADEA-1D9693BA4485}"/>
              </a:ext>
            </a:extLst>
          </p:cNvPr>
          <p:cNvGrpSpPr/>
          <p:nvPr/>
        </p:nvGrpSpPr>
        <p:grpSpPr>
          <a:xfrm>
            <a:off x="5838434" y="1"/>
            <a:ext cx="2286000" cy="6857998"/>
            <a:chOff x="5838434" y="1"/>
            <a:chExt cx="2286000" cy="6857998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3906546-C0D2-8EE0-18F1-BEDEDB85099C}"/>
                </a:ext>
              </a:extLst>
            </p:cNvPr>
            <p:cNvSpPr/>
            <p:nvPr/>
          </p:nvSpPr>
          <p:spPr>
            <a:xfrm>
              <a:off x="5838434" y="1"/>
              <a:ext cx="2286000" cy="6857998"/>
            </a:xfrm>
            <a:prstGeom prst="rect">
              <a:avLst/>
            </a:prstGeom>
            <a:solidFill>
              <a:srgbClr val="E8E8E8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30D67E3-0E5F-8714-9951-52240C267AC1}"/>
                </a:ext>
              </a:extLst>
            </p:cNvPr>
            <p:cNvSpPr txBox="1"/>
            <p:nvPr/>
          </p:nvSpPr>
          <p:spPr>
            <a:xfrm>
              <a:off x="5838435" y="185360"/>
              <a:ext cx="22859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b="1" dirty="0">
                  <a:solidFill>
                    <a:sysClr val="windowText" lastClr="000000"/>
                  </a:solidFill>
                </a:rPr>
                <a:t>Репозиторий</a:t>
              </a:r>
              <a:endParaRPr lang="en-US" sz="2000" b="1" dirty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A8F5FAC-B11B-E90D-1156-4AB4325F02BB}"/>
              </a:ext>
            </a:extLst>
          </p:cNvPr>
          <p:cNvGrpSpPr/>
          <p:nvPr/>
        </p:nvGrpSpPr>
        <p:grpSpPr>
          <a:xfrm>
            <a:off x="8586602" y="0"/>
            <a:ext cx="2291760" cy="6857999"/>
            <a:chOff x="8586602" y="0"/>
            <a:chExt cx="2291760" cy="6857999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A458C89-2298-5D24-B0D3-81A337C5C181}"/>
                </a:ext>
              </a:extLst>
            </p:cNvPr>
            <p:cNvSpPr/>
            <p:nvPr/>
          </p:nvSpPr>
          <p:spPr>
            <a:xfrm>
              <a:off x="8592362" y="0"/>
              <a:ext cx="2286000" cy="685799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F7661D7-63A8-F893-91D2-331F42D78372}"/>
                </a:ext>
              </a:extLst>
            </p:cNvPr>
            <p:cNvSpPr txBox="1"/>
            <p:nvPr/>
          </p:nvSpPr>
          <p:spPr>
            <a:xfrm>
              <a:off x="8586602" y="185360"/>
              <a:ext cx="22860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ysClr val="windowText" lastClr="000000"/>
                  </a:solidFill>
                </a:rPr>
                <a:t>GitHub</a:t>
              </a:r>
            </a:p>
          </p:txBody>
        </p:sp>
      </p:grpSp>
      <p:sp>
        <p:nvSpPr>
          <p:cNvPr id="15" name="Right Arrow 14">
            <a:extLst>
              <a:ext uri="{FF2B5EF4-FFF2-40B4-BE49-F238E27FC236}">
                <a16:creationId xmlns:a16="http://schemas.microsoft.com/office/drawing/2014/main" id="{7CED9AEE-64B5-5A76-F7B7-B6FC3EC839EF}"/>
              </a:ext>
            </a:extLst>
          </p:cNvPr>
          <p:cNvSpPr/>
          <p:nvPr/>
        </p:nvSpPr>
        <p:spPr>
          <a:xfrm>
            <a:off x="1846825" y="1602519"/>
            <a:ext cx="2558429" cy="584791"/>
          </a:xfrm>
          <a:prstGeom prst="rightArrow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Добавляем</a:t>
            </a:r>
            <a:endParaRPr lang="en-US" dirty="0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2A3F13A9-1BEA-A9E4-F032-438314793F61}"/>
              </a:ext>
            </a:extLst>
          </p:cNvPr>
          <p:cNvSpPr/>
          <p:nvPr/>
        </p:nvSpPr>
        <p:spPr>
          <a:xfrm>
            <a:off x="4405255" y="2187310"/>
            <a:ext cx="2762117" cy="584791"/>
          </a:xfrm>
          <a:prstGeom prst="rightArrow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Коммит</a:t>
            </a:r>
            <a:endParaRPr lang="en-US" dirty="0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F5923926-C216-164B-9CBF-D8713079B04C}"/>
              </a:ext>
            </a:extLst>
          </p:cNvPr>
          <p:cNvSpPr/>
          <p:nvPr/>
        </p:nvSpPr>
        <p:spPr>
          <a:xfrm>
            <a:off x="7167373" y="2853780"/>
            <a:ext cx="2585737" cy="584791"/>
          </a:xfrm>
          <a:prstGeom prst="rightArrow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Push</a:t>
            </a:r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2F54E519-AE84-9A6D-6CB4-F734C29CB1D2}"/>
              </a:ext>
            </a:extLst>
          </p:cNvPr>
          <p:cNvSpPr/>
          <p:nvPr/>
        </p:nvSpPr>
        <p:spPr>
          <a:xfrm flipH="1">
            <a:off x="1854088" y="3697404"/>
            <a:ext cx="5100370" cy="584791"/>
          </a:xfrm>
          <a:prstGeom prst="rightArrow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3260A8FA-3B76-063F-742D-E0196F57B52C}"/>
              </a:ext>
            </a:extLst>
          </p:cNvPr>
          <p:cNvSpPr/>
          <p:nvPr/>
        </p:nvSpPr>
        <p:spPr>
          <a:xfrm flipH="1">
            <a:off x="7167372" y="3697404"/>
            <a:ext cx="2585738" cy="584791"/>
          </a:xfrm>
          <a:prstGeom prst="rightArrow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Pull</a:t>
            </a:r>
          </a:p>
        </p:txBody>
      </p:sp>
      <p:sp>
        <p:nvSpPr>
          <p:cNvPr id="31" name="Right Arrow 30">
            <a:extLst>
              <a:ext uri="{FF2B5EF4-FFF2-40B4-BE49-F238E27FC236}">
                <a16:creationId xmlns:a16="http://schemas.microsoft.com/office/drawing/2014/main" id="{F1B1C2CE-3038-534E-62C0-FDF2ABEC6CEA}"/>
              </a:ext>
            </a:extLst>
          </p:cNvPr>
          <p:cNvSpPr/>
          <p:nvPr/>
        </p:nvSpPr>
        <p:spPr>
          <a:xfrm flipH="1">
            <a:off x="1854088" y="4871368"/>
            <a:ext cx="5107633" cy="584791"/>
          </a:xfrm>
          <a:prstGeom prst="rightArrow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Переключение ветки</a:t>
            </a:r>
            <a:endParaRPr lang="en-US" dirty="0"/>
          </a:p>
        </p:txBody>
      </p:sp>
      <p:sp>
        <p:nvSpPr>
          <p:cNvPr id="33" name="Right Arrow 32">
            <a:extLst>
              <a:ext uri="{FF2B5EF4-FFF2-40B4-BE49-F238E27FC236}">
                <a16:creationId xmlns:a16="http://schemas.microsoft.com/office/drawing/2014/main" id="{9F8BD1F9-0565-580C-2D78-930688391B85}"/>
              </a:ext>
            </a:extLst>
          </p:cNvPr>
          <p:cNvSpPr/>
          <p:nvPr/>
        </p:nvSpPr>
        <p:spPr>
          <a:xfrm flipH="1">
            <a:off x="1846825" y="5847122"/>
            <a:ext cx="5107633" cy="584791"/>
          </a:xfrm>
          <a:prstGeom prst="rightArrow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Слияние ветки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4758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4DE4FAF-6FE7-C913-CB1D-B40237DCC8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960" y="2932158"/>
            <a:ext cx="4572000" cy="3429000"/>
          </a:xfrm>
          <a:prstGeom prst="rect">
            <a:avLst/>
          </a:prstGeom>
        </p:spPr>
      </p:pic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1A9C1B84-2234-4A3A-2AF2-7408B93866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30" y="604215"/>
            <a:ext cx="4189071" cy="1823478"/>
          </a:xfrm>
          <a:prstGeom prst="rect">
            <a:avLst/>
          </a:prstGeom>
        </p:spPr>
      </p:pic>
      <p:pic>
        <p:nvPicPr>
          <p:cNvPr id="1026" name="Picture 2" descr="Git workflow">
            <a:extLst>
              <a:ext uri="{FF2B5EF4-FFF2-40B4-BE49-F238E27FC236}">
                <a16:creationId xmlns:a16="http://schemas.microsoft.com/office/drawing/2014/main" id="{5D3FD90C-7441-2536-C181-E806FFFE11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5116" y="196273"/>
            <a:ext cx="6104082" cy="3929167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2A2F23-A75B-981A-B39C-4CC18090D3F3}"/>
              </a:ext>
            </a:extLst>
          </p:cNvPr>
          <p:cNvSpPr txBox="1"/>
          <p:nvPr/>
        </p:nvSpPr>
        <p:spPr>
          <a:xfrm>
            <a:off x="94630" y="196273"/>
            <a:ext cx="3167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Диаграммы для референса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68C48A-0D06-3FA9-7849-64EE7BD7D6ED}"/>
              </a:ext>
            </a:extLst>
          </p:cNvPr>
          <p:cNvSpPr txBox="1"/>
          <p:nvPr/>
        </p:nvSpPr>
        <p:spPr>
          <a:xfrm>
            <a:off x="245866" y="6399768"/>
            <a:ext cx="27799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Куча </a:t>
            </a:r>
            <a:r>
              <a:rPr lang="en-US" dirty="0"/>
              <a:t>sequence</a:t>
            </a:r>
            <a:r>
              <a:rPr lang="ru-RU" dirty="0"/>
              <a:t> диаграмм</a:t>
            </a:r>
            <a:endParaRPr lang="en-US" dirty="0"/>
          </a:p>
        </p:txBody>
      </p:sp>
      <p:pic>
        <p:nvPicPr>
          <p:cNvPr id="1028" name="Picture 4" descr="Git Tutorial | Commands And Operations In Git | Edureka">
            <a:extLst>
              <a:ext uri="{FF2B5EF4-FFF2-40B4-BE49-F238E27FC236}">
                <a16:creationId xmlns:a16="http://schemas.microsoft.com/office/drawing/2014/main" id="{FFBC0C9A-2CCF-E488-E5A8-6C27F0B476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330" y="2932158"/>
            <a:ext cx="36576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26AAEE-8CAC-483A-31E8-B88946B3CE27}"/>
              </a:ext>
            </a:extLst>
          </p:cNvPr>
          <p:cNvSpPr txBox="1"/>
          <p:nvPr/>
        </p:nvSpPr>
        <p:spPr>
          <a:xfrm>
            <a:off x="9434346" y="4173156"/>
            <a:ext cx="2472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Эта универсальная </a:t>
            </a:r>
            <a:r>
              <a:rPr lang="en-US" dirty="0"/>
              <a:t>😂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52C4D8-32FA-2329-CA92-52F8BAEA1AE8}"/>
              </a:ext>
            </a:extLst>
          </p:cNvPr>
          <p:cNvSpPr txBox="1"/>
          <p:nvPr/>
        </p:nvSpPr>
        <p:spPr>
          <a:xfrm>
            <a:off x="158173" y="2524216"/>
            <a:ext cx="1178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Flowchart</a:t>
            </a:r>
          </a:p>
        </p:txBody>
      </p:sp>
    </p:spTree>
    <p:extLst>
      <p:ext uri="{BB962C8B-B14F-4D97-AF65-F5344CB8AC3E}">
        <p14:creationId xmlns:p14="http://schemas.microsoft.com/office/powerpoint/2010/main" val="35968525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68</Words>
  <Application>Microsoft Macintosh PowerPoint</Application>
  <PresentationFormat>Widescreen</PresentationFormat>
  <Paragraphs>39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Kirill Voronin</dc:creator>
  <cp:lastModifiedBy>Kirill Voronin</cp:lastModifiedBy>
  <cp:revision>42</cp:revision>
  <dcterms:created xsi:type="dcterms:W3CDTF">2025-08-01T12:29:56Z</dcterms:created>
  <dcterms:modified xsi:type="dcterms:W3CDTF">2025-08-02T22:56:04Z</dcterms:modified>
</cp:coreProperties>
</file>