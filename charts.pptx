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5" r:id="rId3"/>
    <p:sldId id="266" r:id="rId4"/>
    <p:sldId id="263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4DA72E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58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A55E5-E2D9-5748-AB54-784F0CB29B2E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10860-1B3C-7C44-A1FD-38E3E1E46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40C7-6825-4CEB-7BB6-D836B28E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E7A3F-73DE-4A8A-4987-1CEBA5A66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E9BFB-F653-40BF-D7A5-7AAD5563A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DC651-23BE-D05E-D10C-502FDA8CD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10860-1B3C-7C44-A1FD-38E3E1E46C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20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599D-2C1B-04AD-5226-A1C0B35ED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F2279-4697-D6AF-ABE4-1B4F03D16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61C5E-5B9C-161E-7EE3-4B1CF2DD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9525-00FB-E96D-DB32-A7F2E5C6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F51F1-BDCE-6B79-0B30-2A0C09F8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6EF2-FA7E-4504-59AF-1957F2CC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8BC5-9631-3A22-E7F5-43E6BE7F3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1BF1F-C41C-8B08-10BE-AFDB3EB6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950D7-C476-8E39-C2E6-CED04D84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20B5-C5A4-183E-73A3-E1428A30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F0B1-6400-FC15-B88E-10EF1B72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8E13F-6143-AC0F-BF38-1A492295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5C5D9-7E2B-4F06-8BC5-4EC47FAF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E852E-514F-4CCD-416F-BA28BA12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9857B-1132-7856-BB44-F8AC247F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1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BBF5-4C87-6E16-9135-8B208BCC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76FA-CCA3-421E-D65F-B415474F1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29584-87D6-8B1E-5DFF-71FDECCD5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BDAC0-869E-46DE-34BD-24A1A654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FB99F-5E22-BD3E-6CD2-29E78365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1DEF9-1A40-C83A-F524-0A4E7520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2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31F0-4493-E415-79D7-80A2FE5D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B462B-002F-2750-4240-AFA6BA88C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9C3A1-778A-C83F-8502-093109C59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EB782-D763-094B-2C4D-E3D17C94F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F989F-9B6D-3A0A-F3D9-449C95FA3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89417-F8BA-9CA4-884F-4C53620F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EFC6B-1516-ECE9-8006-99D5FA16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C5790-B147-9558-E59A-ADBCB31A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1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7E60-7D94-8DD3-7714-6BFF3586D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FEBA3-3E8E-62FF-BB70-FDA7C260A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1B7BF-7FB4-0132-076E-9C31A30E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030AB-C5F4-E449-E7E8-7E62E5BF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2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E7131-370C-D60E-C2DD-40DA5104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7E97F-604A-F2AD-79A9-E29EAB4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BCB3-42D0-841B-5C28-E635A640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92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03D3-C714-5060-1207-C753BB02A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CF00E-3BB3-4ABA-DCD2-875E87F5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18697-2573-D645-C98B-41F4B2AA0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646C7-936F-E30C-D904-331762D3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44EA3-2805-7376-E2BE-1E011EB8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9FE7B-07EB-2981-37B3-886D58EB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0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88C1-F9D6-EA29-2BA2-AEEA8F20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4A8BC-4623-AE5E-C9D2-5A8CC915A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03625-1732-A846-3774-A40AFF4CC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6DA16-D186-86E9-021A-5871AC8C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D792C-D30A-349A-E233-8ACAEA78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30F97-2087-3905-4580-84EB65AB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4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09C7-0E90-4CC8-649D-3D6B6526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FB3F5-30AE-4858-B32F-DDE36F520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88951-02AA-8C53-96C7-D193DABE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05613-E7D9-D16A-9798-B984825D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21BE7-0008-03FD-30E3-3AE5B4D0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4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3158E-8BE6-AC2B-387C-EB4FD035F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D852B-BA37-6A43-FBC8-E81F23E9B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B7612-D15D-7990-BD0E-93D7D3DA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CA3E4-8D3E-AB92-B853-B5783AC1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DCFBD-3760-7D43-E342-358DF47B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1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127C97-B5EB-4AA9-91C4-518BA58B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350CC-723F-D10D-E88F-0008D40CE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E17CF-97D0-045A-048C-103882EA9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A9D97-9CA5-8446-8AC6-CC2178C3F7CD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D79EB-8F25-3507-27E3-3B852A902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6B34F-8789-2B0D-9378-8CE7B84B9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AFAF6-81F9-1E4D-A30E-7FD0B8FA2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7EBE21-0048-1A9C-0811-C6E63BD9403F}"/>
              </a:ext>
            </a:extLst>
          </p:cNvPr>
          <p:cNvSpPr/>
          <p:nvPr/>
        </p:nvSpPr>
        <p:spPr>
          <a:xfrm>
            <a:off x="1721224" y="618565"/>
            <a:ext cx="2286000" cy="731520"/>
          </a:xfrm>
          <a:prstGeom prst="rect">
            <a:avLst/>
          </a:prstGeom>
          <a:solidFill>
            <a:srgbClr val="FFC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Рабочая область</a:t>
            </a:r>
            <a:endParaRPr lang="en-US" sz="20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(working area)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A3715-2004-CD15-B9D7-958CA3582A4C}"/>
              </a:ext>
            </a:extLst>
          </p:cNvPr>
          <p:cNvSpPr/>
          <p:nvPr/>
        </p:nvSpPr>
        <p:spPr>
          <a:xfrm>
            <a:off x="4401671" y="2034988"/>
            <a:ext cx="2286000" cy="731520"/>
          </a:xfrm>
          <a:prstGeom prst="rect">
            <a:avLst/>
          </a:prstGeom>
          <a:solidFill>
            <a:srgbClr val="4DA72E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Индекс</a:t>
            </a:r>
            <a:endParaRPr lang="en-US" sz="20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(staging area)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011D67-B3F8-78A0-D0B6-74204FD3CACE}"/>
              </a:ext>
            </a:extLst>
          </p:cNvPr>
          <p:cNvSpPr/>
          <p:nvPr/>
        </p:nvSpPr>
        <p:spPr>
          <a:xfrm>
            <a:off x="4401671" y="4091493"/>
            <a:ext cx="2286000" cy="731520"/>
          </a:xfrm>
          <a:prstGeom prst="rect">
            <a:avLst/>
          </a:prstGeom>
          <a:solidFill>
            <a:srgbClr val="E8E8E8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Репозиторий</a:t>
            </a:r>
            <a:endParaRPr lang="en-US" sz="20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(repository)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404AFA9E-E768-F147-F37A-4C2CCD1D7391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4007224" y="984325"/>
            <a:ext cx="1537447" cy="1050663"/>
          </a:xfrm>
          <a:prstGeom prst="curved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5C09CF4-F510-7725-316C-A5EC133AE6EE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4882179" y="3429000"/>
            <a:ext cx="1324985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C600FD9C-8642-D68C-00D2-3E86858380C7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 rot="5400000" flipH="1">
            <a:off x="1713604" y="991946"/>
            <a:ext cx="3838688" cy="3823447"/>
          </a:xfrm>
          <a:prstGeom prst="curvedConnector4">
            <a:avLst>
              <a:gd name="adj1" fmla="val -14557"/>
              <a:gd name="adj2" fmla="val 118933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09250EB-8D37-4DDE-2ADC-B45203ACC295}"/>
              </a:ext>
            </a:extLst>
          </p:cNvPr>
          <p:cNvSpPr txBox="1"/>
          <p:nvPr/>
        </p:nvSpPr>
        <p:spPr>
          <a:xfrm>
            <a:off x="5964800" y="3121223"/>
            <a:ext cx="2286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Создаем коммит</a:t>
            </a:r>
            <a:endParaRPr lang="en-US" sz="2000" dirty="0"/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(commit)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39539-F7A1-EE7F-0C37-A2544859D56F}"/>
              </a:ext>
            </a:extLst>
          </p:cNvPr>
          <p:cNvSpPr txBox="1"/>
          <p:nvPr/>
        </p:nvSpPr>
        <p:spPr>
          <a:xfrm>
            <a:off x="5417131" y="1009706"/>
            <a:ext cx="2541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Добавляем в индекс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528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63C4-BB0A-B044-7375-0DA44477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1F7879-2D46-8331-03DA-F86A2EB178D3}"/>
              </a:ext>
            </a:extLst>
          </p:cNvPr>
          <p:cNvSpPr/>
          <p:nvPr/>
        </p:nvSpPr>
        <p:spPr>
          <a:xfrm>
            <a:off x="1721224" y="618565"/>
            <a:ext cx="2286000" cy="731520"/>
          </a:xfrm>
          <a:prstGeom prst="rect">
            <a:avLst/>
          </a:prstGeom>
          <a:solidFill>
            <a:srgbClr val="FFC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Рабочая область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8BF38D-02B4-0AD0-30B3-C3305DB45EEF}"/>
              </a:ext>
            </a:extLst>
          </p:cNvPr>
          <p:cNvSpPr/>
          <p:nvPr/>
        </p:nvSpPr>
        <p:spPr>
          <a:xfrm>
            <a:off x="4401671" y="2034988"/>
            <a:ext cx="2286000" cy="731520"/>
          </a:xfrm>
          <a:prstGeom prst="rect">
            <a:avLst/>
          </a:prstGeom>
          <a:solidFill>
            <a:srgbClr val="4DA72E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Staging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20D433-75B0-12CE-85E7-20D8BF4790B0}"/>
              </a:ext>
            </a:extLst>
          </p:cNvPr>
          <p:cNvSpPr/>
          <p:nvPr/>
        </p:nvSpPr>
        <p:spPr>
          <a:xfrm>
            <a:off x="4401671" y="4091493"/>
            <a:ext cx="2286000" cy="731520"/>
          </a:xfrm>
          <a:prstGeom prst="rect">
            <a:avLst/>
          </a:prstGeom>
          <a:solidFill>
            <a:srgbClr val="E8E8E8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Репозиторий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0E409AFC-2C46-2E42-FD30-E1B17232CA82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4007224" y="984325"/>
            <a:ext cx="1537447" cy="1050663"/>
          </a:xfrm>
          <a:prstGeom prst="curved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7DD9455C-84B7-04CD-7FC8-A3316333578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4882179" y="3429000"/>
            <a:ext cx="1324985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90E1F2B7-9878-FED0-9A31-83BB03585409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 rot="5400000" flipH="1">
            <a:off x="1713604" y="991946"/>
            <a:ext cx="3838688" cy="3823447"/>
          </a:xfrm>
          <a:prstGeom prst="curvedConnector4">
            <a:avLst>
              <a:gd name="adj1" fmla="val -14557"/>
              <a:gd name="adj2" fmla="val 118933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621F58-DE18-1A76-0ED5-91A7D6E5A069}"/>
              </a:ext>
            </a:extLst>
          </p:cNvPr>
          <p:cNvSpPr txBox="1"/>
          <p:nvPr/>
        </p:nvSpPr>
        <p:spPr>
          <a:xfrm>
            <a:off x="5624560" y="3235295"/>
            <a:ext cx="2125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Создаем коммит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FBBB6-80D8-68D9-8C2D-7ABEFE065ECF}"/>
              </a:ext>
            </a:extLst>
          </p:cNvPr>
          <p:cNvSpPr txBox="1"/>
          <p:nvPr/>
        </p:nvSpPr>
        <p:spPr>
          <a:xfrm>
            <a:off x="5230112" y="949975"/>
            <a:ext cx="2503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Добавляем в </a:t>
            </a:r>
            <a:r>
              <a:rPr lang="en-US" sz="2000" dirty="0"/>
              <a:t>staging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5D961-70AA-8F7D-A20B-5A6E9CD8E2E2}"/>
              </a:ext>
            </a:extLst>
          </p:cNvPr>
          <p:cNvSpPr txBox="1"/>
          <p:nvPr/>
        </p:nvSpPr>
        <p:spPr>
          <a:xfrm>
            <a:off x="1291965" y="5534525"/>
            <a:ext cx="2632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Переключение ветки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3F29F-126B-7DF1-2B8D-0E3079936953}"/>
              </a:ext>
            </a:extLst>
          </p:cNvPr>
          <p:cNvSpPr txBox="1"/>
          <p:nvPr/>
        </p:nvSpPr>
        <p:spPr>
          <a:xfrm>
            <a:off x="2029346" y="5934635"/>
            <a:ext cx="189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Слияние ветки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6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EBF2-74FC-6F21-DCFF-40D0C649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3BA4A5-FC4A-DB6B-A454-7ED102B0D480}"/>
              </a:ext>
            </a:extLst>
          </p:cNvPr>
          <p:cNvSpPr/>
          <p:nvPr/>
        </p:nvSpPr>
        <p:spPr>
          <a:xfrm>
            <a:off x="1721224" y="618565"/>
            <a:ext cx="2286000" cy="731520"/>
          </a:xfrm>
          <a:prstGeom prst="rect">
            <a:avLst/>
          </a:prstGeom>
          <a:solidFill>
            <a:srgbClr val="FFC00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Рабочая область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592E7-B650-FB3C-941C-6BC8A6E39D95}"/>
              </a:ext>
            </a:extLst>
          </p:cNvPr>
          <p:cNvSpPr/>
          <p:nvPr/>
        </p:nvSpPr>
        <p:spPr>
          <a:xfrm>
            <a:off x="4401671" y="2034988"/>
            <a:ext cx="2286000" cy="731520"/>
          </a:xfrm>
          <a:prstGeom prst="rect">
            <a:avLst/>
          </a:prstGeom>
          <a:solidFill>
            <a:srgbClr val="4DA72E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Staging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73A0C237-B222-F431-52B3-38D37EA0A26B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4007224" y="984325"/>
            <a:ext cx="1537447" cy="1050663"/>
          </a:xfrm>
          <a:prstGeom prst="curved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BCB2F6D-496C-AC6C-CFC9-D7A52BCB26C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4882179" y="3429000"/>
            <a:ext cx="1324985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4A0FDF6A-AD0D-DC20-B161-215ADBA68B22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 rot="5400000" flipH="1">
            <a:off x="1713604" y="991946"/>
            <a:ext cx="3838688" cy="3823447"/>
          </a:xfrm>
          <a:prstGeom prst="curvedConnector4">
            <a:avLst>
              <a:gd name="adj1" fmla="val -14557"/>
              <a:gd name="adj2" fmla="val 118933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D47EBB-D2B8-754A-CF20-2D71D576EC7D}"/>
              </a:ext>
            </a:extLst>
          </p:cNvPr>
          <p:cNvSpPr txBox="1"/>
          <p:nvPr/>
        </p:nvSpPr>
        <p:spPr>
          <a:xfrm>
            <a:off x="5624560" y="3235295"/>
            <a:ext cx="2125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Создаем коммит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D8D56-D2F9-7C99-F5AE-E334F8FCBC19}"/>
              </a:ext>
            </a:extLst>
          </p:cNvPr>
          <p:cNvSpPr txBox="1"/>
          <p:nvPr/>
        </p:nvSpPr>
        <p:spPr>
          <a:xfrm>
            <a:off x="5230112" y="949975"/>
            <a:ext cx="2503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Добавляем в </a:t>
            </a:r>
            <a:r>
              <a:rPr lang="en-US" sz="2000" dirty="0"/>
              <a:t>staging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EDD01E-98BF-AE88-5CAE-1689A5812C16}"/>
              </a:ext>
            </a:extLst>
          </p:cNvPr>
          <p:cNvSpPr/>
          <p:nvPr/>
        </p:nvSpPr>
        <p:spPr>
          <a:xfrm>
            <a:off x="8184776" y="4097843"/>
            <a:ext cx="228600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GitHub</a:t>
            </a:r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1E9E0E30-054D-84BF-DFA2-3EE2DB0F0C46}"/>
              </a:ext>
            </a:extLst>
          </p:cNvPr>
          <p:cNvCxnSpPr>
            <a:cxnSpLocks/>
            <a:stCxn id="17" idx="3"/>
            <a:endCxn id="3" idx="0"/>
          </p:cNvCxnSpPr>
          <p:nvPr/>
        </p:nvCxnSpPr>
        <p:spPr>
          <a:xfrm flipV="1">
            <a:off x="6687672" y="4097843"/>
            <a:ext cx="2640104" cy="89240"/>
          </a:xfrm>
          <a:prstGeom prst="curvedConnector4">
            <a:avLst>
              <a:gd name="adj1" fmla="val 28353"/>
              <a:gd name="adj2" fmla="val 690524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A7E8B3-7317-9136-D4FD-022174B4A9B9}"/>
              </a:ext>
            </a:extLst>
          </p:cNvPr>
          <p:cNvSpPr txBox="1"/>
          <p:nvPr/>
        </p:nvSpPr>
        <p:spPr>
          <a:xfrm>
            <a:off x="9073254" y="3351096"/>
            <a:ext cx="733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Push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939B4A-2DF7-AA4E-62F4-D99F8558955A}"/>
              </a:ext>
            </a:extLst>
          </p:cNvPr>
          <p:cNvSpPr txBox="1"/>
          <p:nvPr/>
        </p:nvSpPr>
        <p:spPr>
          <a:xfrm>
            <a:off x="9138976" y="5378319"/>
            <a:ext cx="601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Pull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41393466-EADD-4C63-669D-33F33ACF51AD}"/>
              </a:ext>
            </a:extLst>
          </p:cNvPr>
          <p:cNvCxnSpPr>
            <a:cxnSpLocks/>
            <a:stCxn id="3" idx="2"/>
            <a:endCxn id="22" idx="3"/>
          </p:cNvCxnSpPr>
          <p:nvPr/>
        </p:nvCxnSpPr>
        <p:spPr>
          <a:xfrm rot="5400000" flipH="1">
            <a:off x="7959929" y="3461517"/>
            <a:ext cx="95589" cy="2640105"/>
          </a:xfrm>
          <a:prstGeom prst="curvedConnector4">
            <a:avLst>
              <a:gd name="adj1" fmla="val -792968"/>
              <a:gd name="adj2" fmla="val 71647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A95305-722B-00CB-30FB-E0F2A2DFE429}"/>
              </a:ext>
            </a:extLst>
          </p:cNvPr>
          <p:cNvGrpSpPr/>
          <p:nvPr/>
        </p:nvGrpSpPr>
        <p:grpSpPr>
          <a:xfrm>
            <a:off x="4401671" y="4091493"/>
            <a:ext cx="2286001" cy="731520"/>
            <a:chOff x="4401671" y="4091493"/>
            <a:chExt cx="2286001" cy="73152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7A9947-54FD-2D33-9733-0633641E2AEF}"/>
                </a:ext>
              </a:extLst>
            </p:cNvPr>
            <p:cNvSpPr/>
            <p:nvPr/>
          </p:nvSpPr>
          <p:spPr>
            <a:xfrm>
              <a:off x="4401671" y="4091493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F1AFC7-5EF9-1F8C-7EF0-3579691E18CC}"/>
                </a:ext>
              </a:extLst>
            </p:cNvPr>
            <p:cNvSpPr/>
            <p:nvPr/>
          </p:nvSpPr>
          <p:spPr>
            <a:xfrm>
              <a:off x="6503894" y="4097844"/>
              <a:ext cx="183778" cy="17847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88D8CF-964F-E401-D3AF-6E7402B58500}"/>
                </a:ext>
              </a:extLst>
            </p:cNvPr>
            <p:cNvSpPr/>
            <p:nvPr/>
          </p:nvSpPr>
          <p:spPr>
            <a:xfrm>
              <a:off x="6503893" y="4644535"/>
              <a:ext cx="183778" cy="178478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61F58C3-2282-21E3-6D4E-B5194EF73F3D}"/>
              </a:ext>
            </a:extLst>
          </p:cNvPr>
          <p:cNvSpPr txBox="1"/>
          <p:nvPr/>
        </p:nvSpPr>
        <p:spPr>
          <a:xfrm>
            <a:off x="1291965" y="5534525"/>
            <a:ext cx="2632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Переключение ветки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4F51E0-0116-429D-9F17-EAB49599CD0E}"/>
              </a:ext>
            </a:extLst>
          </p:cNvPr>
          <p:cNvSpPr txBox="1"/>
          <p:nvPr/>
        </p:nvSpPr>
        <p:spPr>
          <a:xfrm>
            <a:off x="2029346" y="5934635"/>
            <a:ext cx="189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Слияние ветки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51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99B82-4DE6-D753-CA50-489C62F3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AECB05-AC59-33BE-744E-0A8EC4DB4374}"/>
              </a:ext>
            </a:extLst>
          </p:cNvPr>
          <p:cNvGrpSpPr/>
          <p:nvPr/>
        </p:nvGrpSpPr>
        <p:grpSpPr>
          <a:xfrm>
            <a:off x="322730" y="1"/>
            <a:ext cx="2290062" cy="6857998"/>
            <a:chOff x="322730" y="1"/>
            <a:chExt cx="2290062" cy="68579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C7434C-BBF6-31C2-1433-2EB1C1791ECD}"/>
                </a:ext>
              </a:extLst>
            </p:cNvPr>
            <p:cNvSpPr/>
            <p:nvPr/>
          </p:nvSpPr>
          <p:spPr>
            <a:xfrm>
              <a:off x="322730" y="1"/>
              <a:ext cx="2290062" cy="6857998"/>
            </a:xfrm>
            <a:prstGeom prst="rect">
              <a:avLst/>
            </a:prstGeom>
            <a:solidFill>
              <a:srgbClr val="FFC00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F99B1C-9499-8850-AFA3-B47E54EA65CF}"/>
                </a:ext>
              </a:extLst>
            </p:cNvPr>
            <p:cNvSpPr txBox="1"/>
            <p:nvPr/>
          </p:nvSpPr>
          <p:spPr>
            <a:xfrm>
              <a:off x="336340" y="185360"/>
              <a:ext cx="2276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b="1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3C991FF-8B3A-5E1C-BE06-8A1C152F42BC}"/>
              </a:ext>
            </a:extLst>
          </p:cNvPr>
          <p:cNvSpPr txBox="1"/>
          <p:nvPr/>
        </p:nvSpPr>
        <p:spPr>
          <a:xfrm>
            <a:off x="431084" y="770829"/>
            <a:ext cx="1770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penguins.R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penguins.csv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64C336-5048-FA8C-7A56-8D1F7F7CDDC1}"/>
              </a:ext>
            </a:extLst>
          </p:cNvPr>
          <p:cNvGrpSpPr/>
          <p:nvPr/>
        </p:nvGrpSpPr>
        <p:grpSpPr>
          <a:xfrm>
            <a:off x="3090267" y="0"/>
            <a:ext cx="2290062" cy="6857999"/>
            <a:chOff x="3090267" y="0"/>
            <a:chExt cx="2290062" cy="6857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0F1DE7A-E323-80E4-6F99-339A66C3A4F9}"/>
                </a:ext>
              </a:extLst>
            </p:cNvPr>
            <p:cNvSpPr/>
            <p:nvPr/>
          </p:nvSpPr>
          <p:spPr>
            <a:xfrm>
              <a:off x="3090267" y="0"/>
              <a:ext cx="2286000" cy="6857999"/>
            </a:xfrm>
            <a:prstGeom prst="rect">
              <a:avLst/>
            </a:prstGeom>
            <a:solidFill>
              <a:srgbClr val="4DA72E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5797E4-A99E-9D11-1974-53AA285FBAD6}"/>
                </a:ext>
              </a:extLst>
            </p:cNvPr>
            <p:cNvSpPr txBox="1"/>
            <p:nvPr/>
          </p:nvSpPr>
          <p:spPr>
            <a:xfrm>
              <a:off x="3090267" y="185360"/>
              <a:ext cx="22900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ysClr val="windowText" lastClr="000000"/>
                  </a:solidFill>
                </a:rPr>
                <a:t>Staging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C4A2C85-7A60-4F72-ADEA-1D9693BA4485}"/>
              </a:ext>
            </a:extLst>
          </p:cNvPr>
          <p:cNvGrpSpPr/>
          <p:nvPr/>
        </p:nvGrpSpPr>
        <p:grpSpPr>
          <a:xfrm>
            <a:off x="5838434" y="1"/>
            <a:ext cx="2286000" cy="6857998"/>
            <a:chOff x="5838434" y="1"/>
            <a:chExt cx="2286000" cy="685799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906546-C0D2-8EE0-18F1-BEDEDB85099C}"/>
                </a:ext>
              </a:extLst>
            </p:cNvPr>
            <p:cNvSpPr/>
            <p:nvPr/>
          </p:nvSpPr>
          <p:spPr>
            <a:xfrm>
              <a:off x="5838434" y="1"/>
              <a:ext cx="2286000" cy="6857998"/>
            </a:xfrm>
            <a:prstGeom prst="rect">
              <a:avLst/>
            </a:prstGeom>
            <a:solidFill>
              <a:srgbClr val="E8E8E8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0D67E3-0E5F-8714-9951-52240C267AC1}"/>
                </a:ext>
              </a:extLst>
            </p:cNvPr>
            <p:cNvSpPr txBox="1"/>
            <p:nvPr/>
          </p:nvSpPr>
          <p:spPr>
            <a:xfrm>
              <a:off x="5838435" y="185360"/>
              <a:ext cx="22859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b="1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8F5FAC-B11B-E90D-1156-4AB4325F02BB}"/>
              </a:ext>
            </a:extLst>
          </p:cNvPr>
          <p:cNvGrpSpPr/>
          <p:nvPr/>
        </p:nvGrpSpPr>
        <p:grpSpPr>
          <a:xfrm>
            <a:off x="8586602" y="0"/>
            <a:ext cx="2291760" cy="6857999"/>
            <a:chOff x="8586602" y="0"/>
            <a:chExt cx="2291760" cy="68579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A458C89-2298-5D24-B0D3-81A337C5C181}"/>
                </a:ext>
              </a:extLst>
            </p:cNvPr>
            <p:cNvSpPr/>
            <p:nvPr/>
          </p:nvSpPr>
          <p:spPr>
            <a:xfrm>
              <a:off x="8592362" y="0"/>
              <a:ext cx="2286000" cy="68579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7661D7-63A8-F893-91D2-331F42D78372}"/>
                </a:ext>
              </a:extLst>
            </p:cNvPr>
            <p:cNvSpPr txBox="1"/>
            <p:nvPr/>
          </p:nvSpPr>
          <p:spPr>
            <a:xfrm>
              <a:off x="8586602" y="185360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ysClr val="windowText" lastClr="000000"/>
                  </a:solidFill>
                </a:rPr>
                <a:t>GitHub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7CED9AEE-64B5-5A76-F7B7-B6FC3EC839EF}"/>
              </a:ext>
            </a:extLst>
          </p:cNvPr>
          <p:cNvSpPr/>
          <p:nvPr/>
        </p:nvSpPr>
        <p:spPr>
          <a:xfrm>
            <a:off x="1846825" y="1602519"/>
            <a:ext cx="2558429" cy="584791"/>
          </a:xfrm>
          <a:prstGeom prst="rightArrow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Добавляем</a:t>
            </a:r>
            <a:endParaRPr lang="en-US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A3F13A9-1BEA-A9E4-F032-438314793F61}"/>
              </a:ext>
            </a:extLst>
          </p:cNvPr>
          <p:cNvSpPr/>
          <p:nvPr/>
        </p:nvSpPr>
        <p:spPr>
          <a:xfrm>
            <a:off x="4405255" y="2187310"/>
            <a:ext cx="2762117" cy="584791"/>
          </a:xfrm>
          <a:prstGeom prst="rightArrow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Коммит</a:t>
            </a:r>
            <a:endParaRPr lang="en-US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5923926-C216-164B-9CBF-D8713079B04C}"/>
              </a:ext>
            </a:extLst>
          </p:cNvPr>
          <p:cNvSpPr/>
          <p:nvPr/>
        </p:nvSpPr>
        <p:spPr>
          <a:xfrm>
            <a:off x="7167373" y="2853780"/>
            <a:ext cx="2585737" cy="584791"/>
          </a:xfrm>
          <a:prstGeom prst="rightArrow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Push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2F54E519-AE84-9A6D-6CB4-F734C29CB1D2}"/>
              </a:ext>
            </a:extLst>
          </p:cNvPr>
          <p:cNvSpPr/>
          <p:nvPr/>
        </p:nvSpPr>
        <p:spPr>
          <a:xfrm flipH="1">
            <a:off x="1854088" y="3697404"/>
            <a:ext cx="5100370" cy="584791"/>
          </a:xfrm>
          <a:prstGeom prst="rightArrow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260A8FA-3B76-063F-742D-E0196F57B52C}"/>
              </a:ext>
            </a:extLst>
          </p:cNvPr>
          <p:cNvSpPr/>
          <p:nvPr/>
        </p:nvSpPr>
        <p:spPr>
          <a:xfrm flipH="1">
            <a:off x="7167372" y="3697404"/>
            <a:ext cx="2585738" cy="584791"/>
          </a:xfrm>
          <a:prstGeom prst="rightArrow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Pull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F1B1C2CE-3038-534E-62C0-FDF2ABEC6CEA}"/>
              </a:ext>
            </a:extLst>
          </p:cNvPr>
          <p:cNvSpPr/>
          <p:nvPr/>
        </p:nvSpPr>
        <p:spPr>
          <a:xfrm flipH="1">
            <a:off x="1854088" y="4871368"/>
            <a:ext cx="5107633" cy="584791"/>
          </a:xfrm>
          <a:prstGeom prst="rightArrow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Переключение ветки</a:t>
            </a:r>
            <a:endParaRPr lang="en-US" dirty="0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F8BD1F9-0565-580C-2D78-930688391B85}"/>
              </a:ext>
            </a:extLst>
          </p:cNvPr>
          <p:cNvSpPr/>
          <p:nvPr/>
        </p:nvSpPr>
        <p:spPr>
          <a:xfrm flipH="1">
            <a:off x="1846825" y="5847122"/>
            <a:ext cx="5107633" cy="584791"/>
          </a:xfrm>
          <a:prstGeom prst="rightArrow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Слияние ветки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5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4DE4FAF-6FE7-C913-CB1D-B40237DCC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960" y="2932158"/>
            <a:ext cx="4572000" cy="3429000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A9C1B84-2234-4A3A-2AF2-7408B9386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0" y="604215"/>
            <a:ext cx="4189071" cy="1823478"/>
          </a:xfrm>
          <a:prstGeom prst="rect">
            <a:avLst/>
          </a:prstGeom>
        </p:spPr>
      </p:pic>
      <p:pic>
        <p:nvPicPr>
          <p:cNvPr id="1026" name="Picture 2" descr="Git workflow">
            <a:extLst>
              <a:ext uri="{FF2B5EF4-FFF2-40B4-BE49-F238E27FC236}">
                <a16:creationId xmlns:a16="http://schemas.microsoft.com/office/drawing/2014/main" id="{5D3FD90C-7441-2536-C181-E806FFFE1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116" y="196273"/>
            <a:ext cx="6104082" cy="392916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2A2F23-A75B-981A-B39C-4CC18090D3F3}"/>
              </a:ext>
            </a:extLst>
          </p:cNvPr>
          <p:cNvSpPr txBox="1"/>
          <p:nvPr/>
        </p:nvSpPr>
        <p:spPr>
          <a:xfrm>
            <a:off x="94630" y="196273"/>
            <a:ext cx="3167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Диаграммы для референса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8C48A-0D06-3FA9-7849-64EE7BD7D6ED}"/>
              </a:ext>
            </a:extLst>
          </p:cNvPr>
          <p:cNvSpPr txBox="1"/>
          <p:nvPr/>
        </p:nvSpPr>
        <p:spPr>
          <a:xfrm>
            <a:off x="245866" y="6399768"/>
            <a:ext cx="2779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Куча </a:t>
            </a:r>
            <a:r>
              <a:rPr lang="en-US" dirty="0"/>
              <a:t>sequence</a:t>
            </a:r>
            <a:r>
              <a:rPr lang="ru-RU" dirty="0"/>
              <a:t> диаграмм</a:t>
            </a:r>
            <a:endParaRPr lang="en-US" dirty="0"/>
          </a:p>
        </p:txBody>
      </p:sp>
      <p:pic>
        <p:nvPicPr>
          <p:cNvPr id="1028" name="Picture 4" descr="Git Tutorial | Commands And Operations In Git | Edureka">
            <a:extLst>
              <a:ext uri="{FF2B5EF4-FFF2-40B4-BE49-F238E27FC236}">
                <a16:creationId xmlns:a16="http://schemas.microsoft.com/office/drawing/2014/main" id="{FFBC0C9A-2CCF-E488-E5A8-6C27F0B47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0" y="2932158"/>
            <a:ext cx="36576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26AAEE-8CAC-483A-31E8-B88946B3CE27}"/>
              </a:ext>
            </a:extLst>
          </p:cNvPr>
          <p:cNvSpPr txBox="1"/>
          <p:nvPr/>
        </p:nvSpPr>
        <p:spPr>
          <a:xfrm>
            <a:off x="9434346" y="4173156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Эта универсальная </a:t>
            </a:r>
            <a:r>
              <a:rPr lang="en-US" dirty="0"/>
              <a:t>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2C4D8-32FA-2329-CA92-52F8BAEA1AE8}"/>
              </a:ext>
            </a:extLst>
          </p:cNvPr>
          <p:cNvSpPr txBox="1"/>
          <p:nvPr/>
        </p:nvSpPr>
        <p:spPr>
          <a:xfrm>
            <a:off x="158173" y="2524216"/>
            <a:ext cx="117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359685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82</Words>
  <Application>Microsoft Macintosh PowerPoint</Application>
  <PresentationFormat>Widescreen</PresentationFormat>
  <Paragraphs>43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Kirill Voronin</dc:creator>
  <cp:lastModifiedBy>Kirill Voronin</cp:lastModifiedBy>
  <cp:revision>45</cp:revision>
  <dcterms:created xsi:type="dcterms:W3CDTF">2025-08-01T12:29:56Z</dcterms:created>
  <dcterms:modified xsi:type="dcterms:W3CDTF">2025-08-14T00:40:54Z</dcterms:modified>
</cp:coreProperties>
</file>